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Susheel Chowdary" userId="f49b08a29980236e" providerId="LiveId" clId="{F02264F2-A0DF-4337-9D09-D4AAC8F4CCCB}"/>
    <pc:docChg chg="delSld modSld">
      <pc:chgData name="Venkata Susheel Chowdary" userId="f49b08a29980236e" providerId="LiveId" clId="{F02264F2-A0DF-4337-9D09-D4AAC8F4CCCB}" dt="2026-07-25T03:59:42.364" v="142" actId="14100"/>
      <pc:docMkLst>
        <pc:docMk/>
      </pc:docMkLst>
      <pc:sldChg chg="addSp modSp mod">
        <pc:chgData name="Venkata Susheel Chowdary" userId="f49b08a29980236e" providerId="LiveId" clId="{F02264F2-A0DF-4337-9D09-D4AAC8F4CCCB}" dt="2026-07-25T03:59:42.364" v="142" actId="14100"/>
        <pc:sldMkLst>
          <pc:docMk/>
          <pc:sldMk cId="559989468" sldId="256"/>
        </pc:sldMkLst>
        <pc:spChg chg="add mod">
          <ac:chgData name="Venkata Susheel Chowdary" userId="f49b08a29980236e" providerId="LiveId" clId="{F02264F2-A0DF-4337-9D09-D4AAC8F4CCCB}" dt="2026-07-25T03:54:11.894" v="137" actId="1076"/>
          <ac:spMkLst>
            <pc:docMk/>
            <pc:sldMk cId="559989468" sldId="256"/>
            <ac:spMk id="3" creationId="{73343874-CF7D-AEDF-71E7-968A20EBADE6}"/>
          </ac:spMkLst>
        </pc:spChg>
        <pc:spChg chg="mod">
          <ac:chgData name="Venkata Susheel Chowdary" userId="f49b08a29980236e" providerId="LiveId" clId="{F02264F2-A0DF-4337-9D09-D4AAC8F4CCCB}" dt="2026-07-25T03:51:30.121" v="81" actId="255"/>
          <ac:spMkLst>
            <pc:docMk/>
            <pc:sldMk cId="559989468" sldId="256"/>
            <ac:spMk id="7" creationId="{1C9BDDC3-820D-CA86-B073-905E0FC31E22}"/>
          </ac:spMkLst>
        </pc:spChg>
        <pc:spChg chg="mod">
          <ac:chgData name="Venkata Susheel Chowdary" userId="f49b08a29980236e" providerId="LiveId" clId="{F02264F2-A0DF-4337-9D09-D4AAC8F4CCCB}" dt="2026-07-25T03:50:03.491" v="24" actId="1076"/>
          <ac:spMkLst>
            <pc:docMk/>
            <pc:sldMk cId="559989468" sldId="256"/>
            <ac:spMk id="9" creationId="{12EBFD0F-6F9A-A157-E67B-E8AECB4BFC94}"/>
          </ac:spMkLst>
        </pc:spChg>
        <pc:picChg chg="add mod">
          <ac:chgData name="Venkata Susheel Chowdary" userId="f49b08a29980236e" providerId="LiveId" clId="{F02264F2-A0DF-4337-9D09-D4AAC8F4CCCB}" dt="2026-07-25T03:59:42.364" v="142" actId="14100"/>
          <ac:picMkLst>
            <pc:docMk/>
            <pc:sldMk cId="559989468" sldId="256"/>
            <ac:picMk id="6" creationId="{D5AC6D2B-CC61-BA4E-9CCB-C6D9AC799554}"/>
          </ac:picMkLst>
        </pc:picChg>
      </pc:sldChg>
      <pc:sldChg chg="del">
        <pc:chgData name="Venkata Susheel Chowdary" userId="f49b08a29980236e" providerId="LiveId" clId="{F02264F2-A0DF-4337-9D09-D4AAC8F4CCCB}" dt="2026-07-25T03:46:11.618" v="5" actId="47"/>
        <pc:sldMkLst>
          <pc:docMk/>
          <pc:sldMk cId="446434363" sldId="260"/>
        </pc:sldMkLst>
      </pc:sldChg>
      <pc:sldChg chg="addSp modSp mod">
        <pc:chgData name="Venkata Susheel Chowdary" userId="f49b08a29980236e" providerId="LiveId" clId="{F02264F2-A0DF-4337-9D09-D4AAC8F4CCCB}" dt="2026-07-25T03:45:55.169" v="4" actId="14100"/>
        <pc:sldMkLst>
          <pc:docMk/>
          <pc:sldMk cId="2628107758" sldId="263"/>
        </pc:sldMkLst>
        <pc:picChg chg="add mod">
          <ac:chgData name="Venkata Susheel Chowdary" userId="f49b08a29980236e" providerId="LiveId" clId="{F02264F2-A0DF-4337-9D09-D4AAC8F4CCCB}" dt="2026-07-25T03:45:55.169" v="4" actId="14100"/>
          <ac:picMkLst>
            <pc:docMk/>
            <pc:sldMk cId="2628107758" sldId="263"/>
            <ac:picMk id="3" creationId="{BD04E44C-831B-9463-0C7A-9D162633A57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9A0964-E895-A537-B0DD-CA0CB05199CF}"/>
              </a:ext>
            </a:extLst>
          </p:cNvPr>
          <p:cNvSpPr txBox="1"/>
          <p:nvPr/>
        </p:nvSpPr>
        <p:spPr>
          <a:xfrm>
            <a:off x="1897625" y="1776869"/>
            <a:ext cx="86425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in Natural Language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BDDC3-820D-CA86-B073-905E0FC31E22}"/>
              </a:ext>
            </a:extLst>
          </p:cNvPr>
          <p:cNvSpPr txBox="1"/>
          <p:nvPr/>
        </p:nvSpPr>
        <p:spPr>
          <a:xfrm>
            <a:off x="658761" y="4954800"/>
            <a:ext cx="38345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K. Anbazhagan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EBFD0F-6F9A-A157-E67B-E8AECB4BFC94}"/>
              </a:ext>
            </a:extLst>
          </p:cNvPr>
          <p:cNvSpPr txBox="1"/>
          <p:nvPr/>
        </p:nvSpPr>
        <p:spPr>
          <a:xfrm>
            <a:off x="3256935" y="3765944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DSA0305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43874-CF7D-AEDF-71E7-968A20EBADE6}"/>
              </a:ext>
            </a:extLst>
          </p:cNvPr>
          <p:cNvSpPr txBox="1"/>
          <p:nvPr/>
        </p:nvSpPr>
        <p:spPr>
          <a:xfrm>
            <a:off x="7908822" y="4944310"/>
            <a:ext cx="41160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resented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Venkata Susheel Chowdary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192472060</a:t>
            </a:r>
          </a:p>
        </p:txBody>
      </p:sp>
      <p:pic>
        <p:nvPicPr>
          <p:cNvPr id="6" name="Picture 5" descr="Saveetha Institute of Medical and Technical Sciences Engineering Fests,  Symposiums in Chennai from July 2026 Technical, Cultural, Management,  Sports, Conferences, Seminars">
            <a:extLst>
              <a:ext uri="{FF2B5EF4-FFF2-40B4-BE49-F238E27FC236}">
                <a16:creationId xmlns:a16="http://schemas.microsoft.com/office/drawing/2014/main" id="{D5AC6D2B-CC61-BA4E-9CCB-C6D9AC799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" y="1"/>
            <a:ext cx="11905109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8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7933A1-9754-2CCB-3041-7E4502B0FB9D}"/>
              </a:ext>
            </a:extLst>
          </p:cNvPr>
          <p:cNvSpPr txBox="1"/>
          <p:nvPr/>
        </p:nvSpPr>
        <p:spPr>
          <a:xfrm>
            <a:off x="2902974" y="901799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AF6101-68DC-AB71-55E6-D81B1523BAB1}"/>
              </a:ext>
            </a:extLst>
          </p:cNvPr>
          <p:cNvSpPr txBox="1"/>
          <p:nvPr/>
        </p:nvSpPr>
        <p:spPr>
          <a:xfrm>
            <a:off x="1745227" y="2212539"/>
            <a:ext cx="935539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(FSA) is a mathematical model used to recognize patterns in 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Natural Language Processing (NLP) for processing words and sentences.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FSA consists of states, transitions, a start state, and final states.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tokenization, lexical analysis, and morphological analysis.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simple, fast, and efficient, making it useful for many NLP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3560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366E2A-B565-6FCA-3B98-4C63E1D4A733}"/>
              </a:ext>
            </a:extLst>
          </p:cNvPr>
          <p:cNvSpPr txBox="1"/>
          <p:nvPr/>
        </p:nvSpPr>
        <p:spPr>
          <a:xfrm>
            <a:off x="2401528" y="2294588"/>
            <a:ext cx="718492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basics of Finite State Automata (FSA).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valid patterns in text using FSA.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FSA for simple NLP tasks.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lexical and morphological analysis.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applications of FSA in Natural Language Processing.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C8CB0-1566-5F14-3C8C-D6B8D12A3BD5}"/>
              </a:ext>
            </a:extLst>
          </p:cNvPr>
          <p:cNvSpPr txBox="1"/>
          <p:nvPr/>
        </p:nvSpPr>
        <p:spPr>
          <a:xfrm>
            <a:off x="2725993" y="911631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</p:txBody>
      </p:sp>
    </p:spTree>
    <p:extLst>
      <p:ext uri="{BB962C8B-B14F-4D97-AF65-F5344CB8AC3E}">
        <p14:creationId xmlns:p14="http://schemas.microsoft.com/office/powerpoint/2010/main" val="232429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E668F1-E167-05FB-2A2C-7C7A93F285CB}"/>
              </a:ext>
            </a:extLst>
          </p:cNvPr>
          <p:cNvSpPr txBox="1"/>
          <p:nvPr/>
        </p:nvSpPr>
        <p:spPr>
          <a:xfrm>
            <a:off x="1460091" y="2211690"/>
            <a:ext cx="92718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and validate words or text patterns accurately using predefined rules.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errors and improve the efficiency of processing natural language input.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process input strings through a sequence of finite states and transitions.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NLP tasks such as lexical analysis, tokenization, and morphological analysis.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and efficient model for recognizing valid language patterns in Natural Language Processing.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74408-371B-B218-53C8-54F9904B01E8}"/>
              </a:ext>
            </a:extLst>
          </p:cNvPr>
          <p:cNvSpPr txBox="1"/>
          <p:nvPr/>
        </p:nvSpPr>
        <p:spPr>
          <a:xfrm>
            <a:off x="3138948" y="842804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92114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4E44C-831B-9463-0C7A-9D162633A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AA24C2-8B4C-FDD5-08E7-F381FFDF7AC5}"/>
              </a:ext>
            </a:extLst>
          </p:cNvPr>
          <p:cNvSpPr txBox="1"/>
          <p:nvPr/>
        </p:nvSpPr>
        <p:spPr>
          <a:xfrm>
            <a:off x="2922638" y="921463"/>
            <a:ext cx="6100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18D790-C528-8193-EA52-FEA8A862D9A8}"/>
              </a:ext>
            </a:extLst>
          </p:cNvPr>
          <p:cNvSpPr txBox="1"/>
          <p:nvPr/>
        </p:nvSpPr>
        <p:spPr>
          <a:xfrm>
            <a:off x="1897625" y="2392063"/>
            <a:ext cx="81509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Automata (FSA) is an effective model for basic NLP tasks.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accurately recognizes and validates text patterns.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FSA provides fast and efficient text processing.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applications such as tokenization and lexical analysis.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 shows that FSA is a simple and reliable technique for Natural Language Processing.</a:t>
            </a:r>
          </a:p>
        </p:txBody>
      </p:sp>
    </p:spTree>
    <p:extLst>
      <p:ext uri="{BB962C8B-B14F-4D97-AF65-F5344CB8AC3E}">
        <p14:creationId xmlns:p14="http://schemas.microsoft.com/office/powerpoint/2010/main" val="3128524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554FE3-5DBD-9521-3D12-D4533DAD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3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385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{93253D35-7DBB-4FC7-9639-C282A8689E1F}TFc986dd65-aaf0-4d5c-bef9-9c391ee05f7b792878d6-f8cb856a3a7f</Template>
  <TotalTime>69</TotalTime>
  <Words>289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Gill Sans MT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Susheel Chowdary</dc:creator>
  <cp:lastModifiedBy>Venkata Susheel Chowdary</cp:lastModifiedBy>
  <cp:revision>1</cp:revision>
  <dcterms:created xsi:type="dcterms:W3CDTF">2026-07-24T09:54:05Z</dcterms:created>
  <dcterms:modified xsi:type="dcterms:W3CDTF">2026-07-25T03:59:42Z</dcterms:modified>
</cp:coreProperties>
</file>